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ondae_plating_hero_17823979639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더푸른식품 순대 ODM 온오프라인 쇼핑몰 구축 제안서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엔터프라이즈급 비즈니스 및 기술 구축 제안서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비즈니스 비전</a:t>
            </a:r>
          </a:p>
        </p:txBody>
      </p:sp>
      <p:pic>
        <p:nvPicPr>
          <p:cNvPr id="3" name="Picture 2" descr="soondae_ecopack_mockup_17823980145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3413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순대 시장은 전통적인 로컬 맛집 중심에서 밀키트 및 온라인 HMR 시장으로 확대 중입니다.</a:t>
            </a:r>
            <a:br/>
            <a:br/>
            <a:r>
              <a:t>본 브랜드는 제조 설비 투자 대신 전문 제조업체와의 ODM 제휴를 통해 리스크를 최소화하고 마케팅에 집중합니다.</a:t>
            </a:r>
            <a:br/>
            <a:br/>
            <a:r>
              <a:t>미니멀하고 친환경적인 패키징을 통해 신뢰와 가치를 전달합니다.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ODM 상호 홍보(윈윈) 협약 모델</a:t>
            </a:r>
          </a:p>
        </p:txBody>
      </p:sp>
      <p:pic>
        <p:nvPicPr>
          <p:cNvPr id="3" name="Picture 2" descr="haccp_clean_factory_1782398003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10360152" cy="5782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[제조업체] HACCP 위생 설비, 자동화 공정 제공 / 독점 가격 경쟁력</a:t>
            </a:r>
            <a:br/>
            <a:r>
              <a:t>[판매 브랜드] 쇼핑몰 전면에 공장의 청결 공정 투명하게 홍보하여 소비자 신뢰 획득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타겟 메뉴 및 시각적 브랜딩</a:t>
            </a:r>
          </a:p>
        </p:txBody>
      </p:sp>
      <p:pic>
        <p:nvPicPr>
          <p:cNvPr id="3" name="Picture 2" descr="soondae_soup_bowl_17823979757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3413760"/>
          </a:xfrm>
          <a:prstGeom prst="rect">
            <a:avLst/>
          </a:prstGeom>
        </p:spPr>
      </p:pic>
      <p:pic>
        <p:nvPicPr>
          <p:cNvPr id="4" name="Picture 3" descr="soondae_skewers_spicy_17823979891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572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(좌) 보글보글 끓어오르는 모둠 순대국 (HMR 밀키트)</a:t>
            </a:r>
            <a:br/>
            <a:r>
              <a:t>(우) MZ세대 타겟의 매콤쫀득한 순대 꼬치 &amp; 볶음 (스트리트 푸드)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엔터프라이즈 아키텍처 및 결제 무결성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결제 무결성 보장 (2PC &amp; S2S)</a:t>
            </a:r>
            <a:br/>
            <a:r>
              <a:t>- 프론트엔드 조작 원천 차단: Two-Phase Commit 패턴 적용</a:t>
            </a:r>
            <a:br/>
            <a:r>
              <a:t>- 서버 간(S2S) 웹훅 유효성 검증 및 멱등성 키(Idempotency Key) 적용</a:t>
            </a:r>
            <a:br/>
            <a:br/>
            <a:r>
              <a:t>오프라인 PWA 결제 동기화</a:t>
            </a:r>
            <a:br/>
            <a:r>
              <a:t>- 오프라인 매장 QR 결제 시 Server-Sent Events(SSE)로 결제 상태 실시간 동기화</a:t>
            </a:r>
            <a:br/>
            <a:br/>
            <a:r>
              <a:t>계약 소유권 방어</a:t>
            </a:r>
            <a:br/>
            <a:r>
              <a:t>- 벤더 락인 방지: 소스코드/DB 소유권 100% 자사 귀속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검색 가능성 극대화 (SEO / AEO / GEO)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SEO (Search Engine Optimization)</a:t>
            </a:r>
            <a:br/>
            <a:r>
              <a:t>- Product, LocalBusiness JSON-LD 스키마 및 시맨틱 마크업</a:t>
            </a:r>
            <a:br/>
            <a:br/>
            <a:r>
              <a:t>AEO (Answer Engine Optimization)</a:t>
            </a:r>
            <a:br/>
            <a:r>
              <a:t>- LLM 답변 특화 Q&amp;A 형태 지식 구조화</a:t>
            </a:r>
            <a:br/>
            <a:br/>
            <a:r>
              <a:t>GEO (Generative Engine Optimization)</a:t>
            </a:r>
            <a:br/>
            <a:r>
              <a:t>- HACCP 인증, 특허 등 신뢰 출처를 사이트 내 명시적 연결</a:t>
            </a:r>
            <a:br/>
            <a:br/>
            <a:r>
              <a:t>=&gt; 최신 AI 대화형 검색엔진 추천 결과 우선 노출 타겟팅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